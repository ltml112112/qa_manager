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5773" r:id="rId2"/>
    <p:sldId id="5803" r:id="rId3"/>
  </p:sldIdLst>
  <p:sldSz cx="9144000" cy="6858000" type="screen4x3"/>
  <p:notesSz cx="9866313" cy="67357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D21B143-35DD-459E-911F-C446D7C71DE2}">
          <p14:sldIdLst>
            <p14:sldId id="5773"/>
            <p14:sldId id="58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60" userDrawn="1">
          <p15:clr>
            <a:srgbClr val="A4A3A4"/>
          </p15:clr>
        </p15:guide>
        <p15:guide id="2" orient="horz" pos="391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1979">
          <p15:clr>
            <a:srgbClr val="A4A3A4"/>
          </p15:clr>
        </p15:guide>
        <p15:guide id="5" pos="4014" userDrawn="1">
          <p15:clr>
            <a:srgbClr val="A4A3A4"/>
          </p15:clr>
        </p15:guide>
        <p15:guide id="6" pos="2154" userDrawn="1">
          <p15:clr>
            <a:srgbClr val="A4A3A4"/>
          </p15:clr>
        </p15:guide>
        <p15:guide id="7" pos="113" userDrawn="1">
          <p15:clr>
            <a:srgbClr val="A4A3A4"/>
          </p15:clr>
        </p15:guide>
        <p15:guide id="8" pos="2880" userDrawn="1">
          <p15:clr>
            <a:srgbClr val="A4A3A4"/>
          </p15:clr>
        </p15:guide>
        <p15:guide id="9" pos="4785" userDrawn="1">
          <p15:clr>
            <a:srgbClr val="A4A3A4"/>
          </p15:clr>
        </p15:guide>
        <p15:guide id="10" orient="horz" pos="4065" userDrawn="1">
          <p15:clr>
            <a:srgbClr val="A4A3A4"/>
          </p15:clr>
        </p15:guide>
        <p15:guide id="11" orient="horz" pos="3657" userDrawn="1">
          <p15:clr>
            <a:srgbClr val="A4A3A4"/>
          </p15:clr>
        </p15:guide>
        <p15:guide id="14" pos="930" userDrawn="1">
          <p15:clr>
            <a:srgbClr val="A4A3A4"/>
          </p15:clr>
        </p15:guide>
        <p15:guide id="15" orient="horz" pos="2069">
          <p15:clr>
            <a:srgbClr val="A4A3A4"/>
          </p15:clr>
        </p15:guide>
        <p15:guide id="16" orient="horz" pos="2478" userDrawn="1">
          <p15:clr>
            <a:srgbClr val="A4A3A4"/>
          </p15:clr>
        </p15:guide>
        <p15:guide id="17" orient="horz" pos="1888">
          <p15:clr>
            <a:srgbClr val="A4A3A4"/>
          </p15:clr>
        </p15:guide>
        <p15:guide id="18" pos="5692">
          <p15:clr>
            <a:srgbClr val="A4A3A4"/>
          </p15:clr>
        </p15:guide>
        <p15:guide id="19" pos="2064">
          <p15:clr>
            <a:srgbClr val="A4A3A4"/>
          </p15:clr>
        </p15:guide>
        <p15:guide id="20" orient="horz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백지홍" initials="백" lastIdx="0" clrIdx="0">
    <p:extLst>
      <p:ext uri="{19B8F6BF-5375-455C-9EA6-DF929625EA0E}">
        <p15:presenceInfo xmlns:p15="http://schemas.microsoft.com/office/powerpoint/2012/main" userId="3f3f65bec7ccf8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2EFDA"/>
    <a:srgbClr val="66FFFF"/>
    <a:srgbClr val="00FF00"/>
    <a:srgbClr val="00B0F0"/>
    <a:srgbClr val="808080"/>
    <a:srgbClr val="FF99FF"/>
    <a:srgbClr val="FFFF99"/>
    <a:srgbClr val="FFFF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790" autoAdjust="0"/>
  </p:normalViewPr>
  <p:slideViewPr>
    <p:cSldViewPr snapToObjects="1">
      <p:cViewPr varScale="1">
        <p:scale>
          <a:sx n="83" d="100"/>
          <a:sy n="83" d="100"/>
        </p:scale>
        <p:origin x="102" y="246"/>
      </p:cViewPr>
      <p:guideLst>
        <p:guide orient="horz" pos="3860"/>
        <p:guide orient="horz" pos="391"/>
        <p:guide orient="horz" pos="2160"/>
        <p:guide orient="horz" pos="1979"/>
        <p:guide pos="4014"/>
        <p:guide pos="2154"/>
        <p:guide pos="113"/>
        <p:guide pos="2880"/>
        <p:guide pos="4785"/>
        <p:guide orient="horz" pos="4065"/>
        <p:guide orient="horz" pos="3657"/>
        <p:guide pos="930"/>
        <p:guide orient="horz" pos="2069"/>
        <p:guide orient="horz" pos="2478"/>
        <p:guide orient="horz" pos="1888"/>
        <p:guide pos="5692"/>
        <p:guide pos="2064"/>
        <p:guide orient="horz" pos="3838"/>
      </p:guideLst>
    </p:cSldViewPr>
  </p:slideViewPr>
  <p:outlineViewPr>
    <p:cViewPr>
      <p:scale>
        <a:sx n="33" d="100"/>
        <a:sy n="33" d="100"/>
      </p:scale>
      <p:origin x="0" y="-3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6"/>
    </p:cViewPr>
  </p:sorterViewPr>
  <p:notesViewPr>
    <p:cSldViewPr snapToObjects="1">
      <p:cViewPr varScale="1">
        <p:scale>
          <a:sx n="123" d="100"/>
          <a:sy n="123" d="100"/>
        </p:scale>
        <p:origin x="186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0"/>
            <a:ext cx="4276478" cy="337165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7541" y="0"/>
            <a:ext cx="4276478" cy="337165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3AA940A6-546E-472A-8074-5335B4D969E4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9" y="6397521"/>
            <a:ext cx="4276478" cy="337165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7541" y="6397521"/>
            <a:ext cx="4276478" cy="337165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0BB0F0E0-422D-4AA7-AE28-E2C199A92C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7474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0"/>
            <a:ext cx="4276478" cy="337165"/>
          </a:xfrm>
          <a:prstGeom prst="rect">
            <a:avLst/>
          </a:prstGeom>
        </p:spPr>
        <p:txBody>
          <a:bodyPr vert="horz" lIns="90747" tIns="45374" rIns="90747" bIns="4537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7544" y="0"/>
            <a:ext cx="4276478" cy="337165"/>
          </a:xfrm>
          <a:prstGeom prst="rect">
            <a:avLst/>
          </a:prstGeom>
        </p:spPr>
        <p:txBody>
          <a:bodyPr vert="horz" lIns="90747" tIns="45374" rIns="90747" bIns="4537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8C8F53-0F7C-4EFC-8AA9-7D45D4E29946}" type="datetimeFigureOut">
              <a:rPr lang="ko-KR" altLang="en-US"/>
              <a:pPr>
                <a:defRPr/>
              </a:pPr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9613" y="504825"/>
            <a:ext cx="3367087" cy="2525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47" tIns="45374" rIns="90747" bIns="45374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191" y="3199327"/>
            <a:ext cx="7893971" cy="3031255"/>
          </a:xfrm>
          <a:prstGeom prst="rect">
            <a:avLst/>
          </a:prstGeom>
        </p:spPr>
        <p:txBody>
          <a:bodyPr vert="horz" lIns="90747" tIns="45374" rIns="90747" bIns="45374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6397522"/>
            <a:ext cx="4276478" cy="337165"/>
          </a:xfrm>
          <a:prstGeom prst="rect">
            <a:avLst/>
          </a:prstGeom>
        </p:spPr>
        <p:txBody>
          <a:bodyPr vert="horz" lIns="90747" tIns="45374" rIns="90747" bIns="4537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5"/>
          </p:nvPr>
        </p:nvSpPr>
        <p:spPr>
          <a:xfrm>
            <a:off x="5587862" y="6397560"/>
            <a:ext cx="4276875" cy="338203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9892F9A3-353A-4659-95B8-524B8FC6C3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41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1880" y="6659835"/>
            <a:ext cx="2133600" cy="18864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4D89435-1A63-412E-8659-210DDA80EA62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/ 23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3" name="Text Box 12"/>
          <p:cNvSpPr txBox="1">
            <a:spLocks noChangeArrowheads="1"/>
          </p:cNvSpPr>
          <p:nvPr userDrawn="1"/>
        </p:nvSpPr>
        <p:spPr bwMode="auto">
          <a:xfrm>
            <a:off x="7740352" y="6516890"/>
            <a:ext cx="12907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ko-KR" altLang="en-US" sz="1200" b="1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전자재료 </a:t>
            </a:r>
            <a:r>
              <a:rPr lang="ko-KR" altLang="en-US" sz="1200" b="1" dirty="0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사업부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9144000" cy="332656"/>
          </a:xfrm>
          <a:prstGeom prst="rect">
            <a:avLst/>
          </a:prstGeom>
          <a:gradFill flip="none" rotWithShape="1">
            <a:gsLst>
              <a:gs pos="37000">
                <a:srgbClr val="C0000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>
              <a:solidFill>
                <a:srgbClr val="000000"/>
              </a:solidFill>
              <a:latin typeface="굴림" pitchFamily="50" charset="-127"/>
            </a:endParaRPr>
          </a:p>
        </p:txBody>
      </p:sp>
      <p:cxnSp>
        <p:nvCxnSpPr>
          <p:cNvPr id="5" name="직선 연결선 4"/>
          <p:cNvCxnSpPr/>
          <p:nvPr userDrawn="1"/>
        </p:nvCxnSpPr>
        <p:spPr bwMode="auto">
          <a:xfrm>
            <a:off x="-3580" y="332656"/>
            <a:ext cx="9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C878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472915"/>
            <a:ext cx="1475656" cy="32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5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-2604" y="1151"/>
            <a:ext cx="9149207" cy="5467170"/>
            <a:chOff x="-2604" y="1151"/>
            <a:chExt cx="9149207" cy="546717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t="78827" r="39943"/>
            <a:stretch/>
          </p:blipFill>
          <p:spPr>
            <a:xfrm>
              <a:off x="7854882" y="1151"/>
              <a:ext cx="1291721" cy="456033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l="9051" t="42420" r="6787"/>
            <a:stretch/>
          </p:blipFill>
          <p:spPr>
            <a:xfrm>
              <a:off x="-2604" y="2420889"/>
              <a:ext cx="9146604" cy="3047432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4"/>
            <a:srcRect l="6091" t="19706"/>
            <a:stretch/>
          </p:blipFill>
          <p:spPr>
            <a:xfrm>
              <a:off x="-2604" y="1151"/>
              <a:ext cx="9142412" cy="5011137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35471" y="243301"/>
              <a:ext cx="4572000" cy="21544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solidFill>
                    <a:srgbClr val="7C878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first level of OLED technology power. The World best company of OLED materials. </a:t>
              </a:r>
              <a:endParaRPr lang="ko-KR" altLang="en-US" b="1" dirty="0">
                <a:solidFill>
                  <a:srgbClr val="7C878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564" y="6165304"/>
            <a:ext cx="2356872" cy="51773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3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1880" y="6659835"/>
            <a:ext cx="2133600" cy="18864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4D89435-1A63-412E-8659-210DDA80EA62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/ 23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 userDrawn="1"/>
        </p:nvSpPr>
        <p:spPr bwMode="auto">
          <a:xfrm>
            <a:off x="7524328" y="6520077"/>
            <a:ext cx="15023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200" b="1" dirty="0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OLED </a:t>
            </a:r>
            <a:r>
              <a:rPr lang="ko-KR" altLang="en-US" sz="1200" b="1" dirty="0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재료 사업부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9144000" cy="619876"/>
          </a:xfrm>
          <a:prstGeom prst="rect">
            <a:avLst/>
          </a:prstGeom>
          <a:gradFill flip="none" rotWithShape="1">
            <a:gsLst>
              <a:gs pos="37000">
                <a:srgbClr val="C0000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0" y="620688"/>
            <a:ext cx="9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C878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472915"/>
            <a:ext cx="1475656" cy="324161"/>
          </a:xfrm>
          <a:prstGeom prst="rect">
            <a:avLst/>
          </a:prstGeom>
        </p:spPr>
      </p:pic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1880" y="6659835"/>
            <a:ext cx="2133600" cy="18864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4D89435-1A63-412E-8659-210DDA80EA62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000000"/>
                </a:solidFill>
              </a:rPr>
              <a:t> / 23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7812360" y="6520077"/>
            <a:ext cx="13420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ko-KR" altLang="en-US" sz="1200" b="1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전자</a:t>
            </a:r>
            <a:r>
              <a:rPr lang="en-US" altLang="ko-KR" sz="1200" b="1" dirty="0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 </a:t>
            </a:r>
            <a:r>
              <a:rPr lang="ko-KR" altLang="en-US" sz="1200" b="1" dirty="0">
                <a:solidFill>
                  <a:srgbClr val="7C878E"/>
                </a:solidFill>
                <a:latin typeface="Arial Black" pitchFamily="34" charset="0"/>
                <a:ea typeface="HY헤드라인M" pitchFamily="18" charset="-127"/>
              </a:rPr>
              <a:t>재료 사업부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0" y="0"/>
            <a:ext cx="9144000" cy="468000"/>
          </a:xfrm>
          <a:prstGeom prst="rect">
            <a:avLst/>
          </a:prstGeom>
          <a:gradFill flip="none" rotWithShape="1">
            <a:gsLst>
              <a:gs pos="37000">
                <a:srgbClr val="C0000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sz="14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 bwMode="auto">
          <a:xfrm>
            <a:off x="0" y="468046"/>
            <a:ext cx="9144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7C878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472915"/>
            <a:ext cx="1475656" cy="32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2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Line 24"/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0" r:id="rId3"/>
    <p:sldLayoutId id="2147483703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174" y="3697585"/>
            <a:ext cx="4063444" cy="145176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676" y="1343515"/>
            <a:ext cx="4108942" cy="174643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00" y="3649184"/>
            <a:ext cx="4150186" cy="142686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56" y="1335487"/>
            <a:ext cx="4082394" cy="1762490"/>
          </a:xfrm>
          <a:prstGeom prst="rect">
            <a:avLst/>
          </a:prstGeom>
        </p:spPr>
      </p:pic>
      <p:sp>
        <p:nvSpPr>
          <p:cNvPr id="8" name="Text Box 68"/>
          <p:cNvSpPr txBox="1">
            <a:spLocks noChangeArrowheads="1"/>
          </p:cNvSpPr>
          <p:nvPr/>
        </p:nvSpPr>
        <p:spPr bwMode="auto">
          <a:xfrm>
            <a:off x="0" y="38179"/>
            <a:ext cx="80270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ko-KR" b="1" dirty="0">
                <a:solidFill>
                  <a:srgbClr val="FFFFFF"/>
                </a:solidFill>
                <a:ea typeface="맑은 고딕" panose="020B0503020000020004" pitchFamily="50" charset="-127"/>
              </a:rPr>
              <a:t>CEH0-G31 </a:t>
            </a:r>
            <a:r>
              <a:rPr lang="ko-KR" altLang="en-US" b="1" dirty="0">
                <a:solidFill>
                  <a:srgbClr val="FFFFFF"/>
                </a:solidFill>
                <a:ea typeface="맑은 고딕" panose="020B0503020000020004" pitchFamily="50" charset="-127"/>
              </a:rPr>
              <a:t>출하재료 </a:t>
            </a:r>
            <a:r>
              <a:rPr lang="ko-KR" altLang="en-US" b="1">
                <a:solidFill>
                  <a:srgbClr val="FFFFFF"/>
                </a:solidFill>
                <a:ea typeface="맑은 고딕" panose="020B0503020000020004" pitchFamily="50" charset="-127"/>
              </a:rPr>
              <a:t>순도분석 </a:t>
            </a:r>
            <a:r>
              <a:rPr lang="en-US" altLang="ko-KR" b="1" dirty="0">
                <a:solidFill>
                  <a:srgbClr val="FFFFFF"/>
                </a:solidFill>
                <a:ea typeface="맑은 고딕" panose="020B0503020000020004" pitchFamily="50" charset="-127"/>
              </a:rPr>
              <a:t>Test (350hr)</a:t>
            </a:r>
            <a:r>
              <a:rPr lang="ko-KR" altLang="en-US" b="1">
                <a:solidFill>
                  <a:srgbClr val="FFFFFF"/>
                </a:solidFill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92080" y="600795"/>
            <a:ext cx="367240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LT </a:t>
            </a:r>
            <a:r>
              <a:rPr lang="ko-KR" altLang="en-US" sz="16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출하재료 </a:t>
            </a:r>
            <a:r>
              <a:rPr lang="en-US" altLang="ko-KR" sz="16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CEH0-G31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600" b="1" dirty="0"/>
              <a:t>AML0508</a:t>
            </a:r>
            <a:endParaRPr lang="en-US" altLang="ko-KR" sz="16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79512" y="1062460"/>
            <a:ext cx="8784977" cy="4958828"/>
            <a:chOff x="179511" y="1613437"/>
            <a:chExt cx="8784977" cy="3212135"/>
          </a:xfrm>
        </p:grpSpPr>
        <p:sp>
          <p:nvSpPr>
            <p:cNvPr id="19" name="TextBox 18"/>
            <p:cNvSpPr txBox="1"/>
            <p:nvPr/>
          </p:nvSpPr>
          <p:spPr>
            <a:xfrm>
              <a:off x="3563888" y="1998692"/>
              <a:ext cx="720080" cy="168174"/>
            </a:xfrm>
            <a:prstGeom prst="rect">
              <a:avLst/>
            </a:prstGeom>
            <a:noFill/>
            <a:ln>
              <a:solidFill>
                <a:schemeClr val="tx1">
                  <a:alpha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1st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179511" y="1613437"/>
              <a:ext cx="8784977" cy="3212135"/>
            </a:xfrm>
            <a:prstGeom prst="rect">
              <a:avLst/>
            </a:prstGeom>
            <a:noFill/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4555896" y="1719948"/>
              <a:ext cx="16103" cy="30123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7801987" y="2000358"/>
              <a:ext cx="720000" cy="166508"/>
            </a:xfrm>
            <a:prstGeom prst="rect">
              <a:avLst/>
            </a:prstGeom>
            <a:noFill/>
            <a:ln>
              <a:solidFill>
                <a:schemeClr val="tx1">
                  <a:alpha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2nd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751321" y="3719783"/>
              <a:ext cx="571766" cy="2312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9C0EEBD-1B46-4F1D-983F-BAB9E49AA00E}"/>
                </a:ext>
              </a:extLst>
            </p:cNvPr>
            <p:cNvSpPr/>
            <p:nvPr/>
          </p:nvSpPr>
          <p:spPr>
            <a:xfrm>
              <a:off x="8157433" y="3758173"/>
              <a:ext cx="571766" cy="2312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246962" y="1679299"/>
            <a:ext cx="1152128" cy="2154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800" b="1" dirty="0"/>
              <a:t>Purity : 99.993 %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5190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A994784-9566-4225-BBDA-3C99CE7B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3112"/>
            <a:ext cx="9144000" cy="3971775"/>
          </a:xfrm>
          <a:prstGeom prst="rect">
            <a:avLst/>
          </a:prstGeom>
        </p:spPr>
      </p:pic>
      <p:sp>
        <p:nvSpPr>
          <p:cNvPr id="8" name="Text Box 68"/>
          <p:cNvSpPr txBox="1">
            <a:spLocks noChangeArrowheads="1"/>
          </p:cNvSpPr>
          <p:nvPr/>
        </p:nvSpPr>
        <p:spPr bwMode="auto">
          <a:xfrm>
            <a:off x="0" y="38179"/>
            <a:ext cx="80270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altLang="ko-KR" b="1" dirty="0">
                <a:solidFill>
                  <a:srgbClr val="FFFFFF"/>
                </a:solidFill>
                <a:ea typeface="맑은 고딕" panose="020B0503020000020004" pitchFamily="50" charset="-127"/>
              </a:rPr>
              <a:t>CEH0-G31 </a:t>
            </a:r>
            <a:r>
              <a:rPr lang="ko-KR" altLang="en-US" b="1" dirty="0">
                <a:solidFill>
                  <a:srgbClr val="FFFFFF"/>
                </a:solidFill>
                <a:ea typeface="맑은 고딕" panose="020B0503020000020004" pitchFamily="50" charset="-127"/>
              </a:rPr>
              <a:t>출하재료 </a:t>
            </a:r>
            <a:r>
              <a:rPr lang="en-US" altLang="ko-KR" b="1" dirty="0">
                <a:solidFill>
                  <a:srgbClr val="FFFFFF"/>
                </a:solidFill>
                <a:ea typeface="맑은 고딕" panose="020B0503020000020004" pitchFamily="50" charset="-127"/>
              </a:rPr>
              <a:t>DSC </a:t>
            </a:r>
            <a:r>
              <a:rPr lang="ko-KR" altLang="en-US" b="1">
                <a:solidFill>
                  <a:srgbClr val="FFFFFF"/>
                </a:solidFill>
                <a:ea typeface="맑은 고딕" panose="020B0503020000020004" pitchFamily="50" charset="-127"/>
              </a:rPr>
              <a:t>분석 </a:t>
            </a:r>
            <a:r>
              <a:rPr lang="en-US" altLang="ko-KR" b="1" dirty="0">
                <a:solidFill>
                  <a:srgbClr val="FFFFFF"/>
                </a:solidFill>
                <a:ea typeface="맑은 고딕" panose="020B0503020000020004" pitchFamily="50" charset="-127"/>
              </a:rPr>
              <a:t>Test (350hr)</a:t>
            </a:r>
            <a:r>
              <a:rPr lang="ko-KR" altLang="en-US" b="1">
                <a:solidFill>
                  <a:srgbClr val="FFFFFF"/>
                </a:solidFill>
                <a:ea typeface="맑은 고딕" panose="020B0503020000020004" pitchFamily="50" charset="-127"/>
              </a:rPr>
              <a:t> </a:t>
            </a:r>
            <a:endParaRPr lang="ko-KR" altLang="en-US" b="1" dirty="0">
              <a:solidFill>
                <a:srgbClr val="FFFFFF"/>
              </a:solidFill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80112" y="1034069"/>
            <a:ext cx="3635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6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LT </a:t>
            </a:r>
            <a:r>
              <a:rPr lang="ko-KR" altLang="en-US" sz="16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출하재료 </a:t>
            </a:r>
            <a:r>
              <a:rPr lang="en-US" altLang="ko-KR" sz="1600" b="1" dirty="0">
                <a:ea typeface="맑은 고딕" panose="020B0503020000020004" pitchFamily="50" charset="-127"/>
                <a:cs typeface="Times New Roman" panose="02020603050405020304" pitchFamily="18" charset="0"/>
              </a:rPr>
              <a:t>CEH0-G31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en-US" altLang="ko-KR" sz="1600" b="1" dirty="0"/>
              <a:t>AML0508</a:t>
            </a:r>
            <a:endParaRPr lang="en-US" altLang="ko-KR" sz="1600" b="1" dirty="0">
              <a:solidFill>
                <a:srgbClr val="000000"/>
              </a:solidFill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04317" y="2533278"/>
            <a:ext cx="1027523" cy="1557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048307" y="4119364"/>
            <a:ext cx="1027524" cy="1451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8700" y="1746528"/>
            <a:ext cx="1246996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r>
              <a:rPr lang="en-US" altLang="ko-KR" sz="800" b="1" dirty="0"/>
              <a:t>(2 Cycle) </a:t>
            </a:r>
            <a:r>
              <a:rPr lang="en-US" altLang="ko-KR" sz="800" b="1" dirty="0" err="1"/>
              <a:t>Tg</a:t>
            </a:r>
            <a:r>
              <a:rPr lang="en-US" altLang="ko-KR" sz="800" b="1" dirty="0"/>
              <a:t> 117.7 ℃</a:t>
            </a:r>
          </a:p>
          <a:p>
            <a:r>
              <a:rPr lang="en-US" altLang="ko-KR" sz="800" b="1" dirty="0"/>
              <a:t>(1 Cycle) </a:t>
            </a:r>
            <a:r>
              <a:rPr lang="en-US" altLang="ko-KR" sz="800" b="1" dirty="0" err="1"/>
              <a:t>Tg</a:t>
            </a:r>
            <a:r>
              <a:rPr lang="en-US" altLang="ko-KR" sz="800" b="1" dirty="0"/>
              <a:t> 117.9 ℃</a:t>
            </a:r>
          </a:p>
        </p:txBody>
      </p:sp>
    </p:spTree>
    <p:extLst>
      <p:ext uri="{BB962C8B-B14F-4D97-AF65-F5344CB8AC3E}">
        <p14:creationId xmlns:p14="http://schemas.microsoft.com/office/powerpoint/2010/main" val="226739277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0000FF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758612</TotalTime>
  <Words>45</Words>
  <Application>Microsoft Office PowerPoint</Application>
  <PresentationFormat>화면 슬라이드 쇼(4:3)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HY헤드라인M</vt:lpstr>
      <vt:lpstr>굴림</vt:lpstr>
      <vt:lpstr>맑은 고딕</vt:lpstr>
      <vt:lpstr>Arial</vt:lpstr>
      <vt:lpstr>Arial Black</vt:lpstr>
      <vt:lpstr>Times New Roman</vt:lpstr>
      <vt:lpstr>Wingdings</vt:lpstr>
      <vt:lpstr>기본 디자인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함효균</dc:creator>
  <cp:lastModifiedBy>백지홍</cp:lastModifiedBy>
  <cp:revision>20916</cp:revision>
  <cp:lastPrinted>2023-11-15T04:54:06Z</cp:lastPrinted>
  <dcterms:created xsi:type="dcterms:W3CDTF">2012-12-10T00:18:17Z</dcterms:created>
  <dcterms:modified xsi:type="dcterms:W3CDTF">2026-03-11T05:03:09Z</dcterms:modified>
</cp:coreProperties>
</file>